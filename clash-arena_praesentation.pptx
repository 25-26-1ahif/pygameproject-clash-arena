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33D28502-4351-48E1-90F4-87303DB58186}" type="datetimeFigureOut">
              <a:rPr lang="de-AT" smtClean="0"/>
              <a:t>22.06.2026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930A8D9F-9D7B-4F8E-9941-AD4D12618063}" type="slidenum">
              <a:rPr lang="de-AT" smtClean="0"/>
              <a:t>‹Nr.›</a:t>
            </a:fld>
            <a:endParaRPr lang="de-AT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310059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28502-4351-48E1-90F4-87303DB58186}" type="datetimeFigureOut">
              <a:rPr lang="de-AT" smtClean="0"/>
              <a:t>22.06.2026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A8D9F-9D7B-4F8E-9941-AD4D1261806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410749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28502-4351-48E1-90F4-87303DB58186}" type="datetimeFigureOut">
              <a:rPr lang="de-AT" smtClean="0"/>
              <a:t>22.06.2026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A8D9F-9D7B-4F8E-9941-AD4D12618063}" type="slidenum">
              <a:rPr lang="de-AT" smtClean="0"/>
              <a:t>‹Nr.›</a:t>
            </a:fld>
            <a:endParaRPr lang="de-AT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18059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28502-4351-48E1-90F4-87303DB58186}" type="datetimeFigureOut">
              <a:rPr lang="de-AT" smtClean="0"/>
              <a:t>22.06.2026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A8D9F-9D7B-4F8E-9941-AD4D1261806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78692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28502-4351-48E1-90F4-87303DB58186}" type="datetimeFigureOut">
              <a:rPr lang="de-AT" smtClean="0"/>
              <a:t>22.06.2026</a:t>
            </a:fld>
            <a:endParaRPr lang="de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A8D9F-9D7B-4F8E-9941-AD4D1261806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64623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28502-4351-48E1-90F4-87303DB58186}" type="datetimeFigureOut">
              <a:rPr lang="de-AT" smtClean="0"/>
              <a:t>22.06.2026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A8D9F-9D7B-4F8E-9941-AD4D1261806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11022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28502-4351-48E1-90F4-87303DB58186}" type="datetimeFigureOut">
              <a:rPr lang="de-AT" smtClean="0"/>
              <a:t>22.06.2026</a:t>
            </a:fld>
            <a:endParaRPr lang="de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A8D9F-9D7B-4F8E-9941-AD4D1261806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38026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28502-4351-48E1-90F4-87303DB58186}" type="datetimeFigureOut">
              <a:rPr lang="de-AT" smtClean="0"/>
              <a:t>22.06.2026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A8D9F-9D7B-4F8E-9941-AD4D1261806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78135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28502-4351-48E1-90F4-87303DB58186}" type="datetimeFigureOut">
              <a:rPr lang="de-AT" smtClean="0"/>
              <a:t>22.06.2026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A8D9F-9D7B-4F8E-9941-AD4D1261806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28640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28502-4351-48E1-90F4-87303DB58186}" type="datetimeFigureOut">
              <a:rPr lang="de-AT" smtClean="0"/>
              <a:t>22.06.2026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A8D9F-9D7B-4F8E-9941-AD4D1261806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59381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28502-4351-48E1-90F4-87303DB58186}" type="datetimeFigureOut">
              <a:rPr lang="de-AT" smtClean="0"/>
              <a:t>22.06.2026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A8D9F-9D7B-4F8E-9941-AD4D1261806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10537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33D28502-4351-48E1-90F4-87303DB58186}" type="datetimeFigureOut">
              <a:rPr lang="de-AT" smtClean="0"/>
              <a:t>22.06.2026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930A8D9F-9D7B-4F8E-9941-AD4D1261806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0159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9243C8-86E6-9D1C-1F70-950C3904E7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Pygame</a:t>
            </a:r>
            <a:r>
              <a:rPr lang="de-DE" dirty="0"/>
              <a:t>-Projekt</a:t>
            </a:r>
            <a:br>
              <a:rPr lang="de-DE" dirty="0"/>
            </a:br>
            <a:r>
              <a:rPr lang="de-DE" dirty="0"/>
              <a:t>Clash-Arena</a:t>
            </a:r>
            <a:endParaRPr lang="de-AT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ACAF105-9982-7D39-6774-1F6DBE9C49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err="1"/>
              <a:t>Ilijevic</a:t>
            </a:r>
            <a:r>
              <a:rPr lang="de-DE" dirty="0"/>
              <a:t> Alexander, Enzinger Nevio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1776078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945E3E-C664-E806-FF0E-E97330269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Prinzip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709D85-6679-9092-F2D2-A35A041FA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2 Spieler kämpfen lokal</a:t>
            </a:r>
          </a:p>
          <a:p>
            <a:r>
              <a:rPr lang="de-DE" dirty="0"/>
              <a:t>Spiel endet wenn ein Spieler 0 </a:t>
            </a:r>
            <a:r>
              <a:rPr lang="de-DE" dirty="0" err="1"/>
              <a:t>hp</a:t>
            </a:r>
            <a:r>
              <a:rPr lang="de-DE" dirty="0"/>
              <a:t> hat</a:t>
            </a:r>
          </a:p>
          <a:p>
            <a:r>
              <a:rPr lang="de-DE" dirty="0"/>
              <a:t>Einzigartige Charaktere (Spezialattacken, ULT)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8527672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055A20-808F-299B-F828-1F32770DD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Arbeitsaufteilung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B5C7C80-46CA-330A-E08D-B5D08297E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1BCDBFE-A1A9-0D49-2302-337241F97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9080" y="2252977"/>
            <a:ext cx="5607912" cy="328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8020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92FFBD-6A30-ECEE-D2DC-9AD3FFBEF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Spielablauf</a:t>
            </a:r>
            <a:endParaRPr lang="de-AT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8284776F-50D7-33F8-5606-3ACAD3A75E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4280" y="-98840"/>
            <a:ext cx="5197720" cy="7055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7120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9F084B-8BA3-1C4C-128A-375D178D1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Demo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B248B6-939C-9E14-31F9-B0CBBA027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216491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3847DF-2D4D-48A3-B727-BBFA35232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59"/>
            <a:ext cx="9692640" cy="2838617"/>
          </a:xfrm>
        </p:spPr>
        <p:txBody>
          <a:bodyPr/>
          <a:lstStyle/>
          <a:p>
            <a:r>
              <a:rPr lang="de-DE" dirty="0"/>
              <a:t>Danke für eure Aufmerksamkeit</a:t>
            </a:r>
            <a:endParaRPr lang="de-AT" dirty="0"/>
          </a:p>
        </p:txBody>
      </p:sp>
      <p:pic>
        <p:nvPicPr>
          <p:cNvPr id="5" name="Inhaltsplatzhalter 4" descr="Fechten Silhouette">
            <a:extLst>
              <a:ext uri="{FF2B5EF4-FFF2-40B4-BE49-F238E27FC236}">
                <a16:creationId xmlns:a16="http://schemas.microsoft.com/office/drawing/2014/main" id="{8B2DA38B-1F08-421E-3336-1DA904AF37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71003" y="3653625"/>
            <a:ext cx="1927224" cy="1927224"/>
          </a:xfrm>
        </p:spPr>
      </p:pic>
    </p:spTree>
    <p:extLst>
      <p:ext uri="{BB962C8B-B14F-4D97-AF65-F5344CB8AC3E}">
        <p14:creationId xmlns:p14="http://schemas.microsoft.com/office/powerpoint/2010/main" val="42940558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Aussicht">
  <a:themeElements>
    <a:clrScheme name="Aussicht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Aussicht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sicht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75C465439168541AA8B050A6E910D49" ma:contentTypeVersion="10" ma:contentTypeDescription="Ein neues Dokument erstellen." ma:contentTypeScope="" ma:versionID="4ee27004f96ce2ff72d7eea5ca3affcc">
  <xsd:schema xmlns:xsd="http://www.w3.org/2001/XMLSchema" xmlns:xs="http://www.w3.org/2001/XMLSchema" xmlns:p="http://schemas.microsoft.com/office/2006/metadata/properties" xmlns:ns3="de023cd5-57d2-4561-af5e-85a248e0bf1a" targetNamespace="http://schemas.microsoft.com/office/2006/metadata/properties" ma:root="true" ma:fieldsID="a7df9bbdca4b10523984437328b56e15" ns3:_="">
    <xsd:import namespace="de023cd5-57d2-4561-af5e-85a248e0bf1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023cd5-57d2-4561-af5e-85a248e0bf1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e023cd5-57d2-4561-af5e-85a248e0bf1a" xsi:nil="true"/>
  </documentManagement>
</p:properties>
</file>

<file path=customXml/itemProps1.xml><?xml version="1.0" encoding="utf-8"?>
<ds:datastoreItem xmlns:ds="http://schemas.openxmlformats.org/officeDocument/2006/customXml" ds:itemID="{B75A162A-66EB-43F7-9F47-EEC64383BCF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e023cd5-57d2-4561-af5e-85a248e0bf1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857652D-7363-41BB-862C-9F61F6213D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893EE0-DDAC-4013-9739-45D9F41F2744}">
  <ds:schemaRefs>
    <ds:schemaRef ds:uri="http://purl.org/dc/dcmitype/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de023cd5-57d2-4561-af5e-85a248e0bf1a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Aussicht</Template>
  <TotalTime>0</TotalTime>
  <Words>35</Words>
  <Application>Microsoft Office PowerPoint</Application>
  <PresentationFormat>Breitbild</PresentationFormat>
  <Paragraphs>10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Arial</vt:lpstr>
      <vt:lpstr>Century Schoolbook</vt:lpstr>
      <vt:lpstr>Wingdings 2</vt:lpstr>
      <vt:lpstr>Aussicht</vt:lpstr>
      <vt:lpstr>Pygame-Projekt Clash-Arena</vt:lpstr>
      <vt:lpstr>Prinzip</vt:lpstr>
      <vt:lpstr>Arbeitsaufteilung</vt:lpstr>
      <vt:lpstr>Spielablauf</vt:lpstr>
      <vt:lpstr>Demo</vt:lpstr>
      <vt:lpstr>Danke für eure Aufmerksamkeit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ENZINGER Nevio</dc:creator>
  <cp:lastModifiedBy>ENZINGER Nevio</cp:lastModifiedBy>
  <cp:revision>1</cp:revision>
  <dcterms:created xsi:type="dcterms:W3CDTF">2026-06-22T20:14:25Z</dcterms:created>
  <dcterms:modified xsi:type="dcterms:W3CDTF">2026-06-22T20:33:19Z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0x010100F75C465439168541AA8B050A6E910D49</vt:lpwstr>
  </property>
</Properties>
</file>